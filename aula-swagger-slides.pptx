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59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PRÁTICA · 2 HORAS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de API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Swagger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 na prática, com Node.js, Express e VSCode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6725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4645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swagger-jsdoc + swagger-ui-express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da aula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4650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642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que é Swagger/OpenAPI e por que documentar uma API importa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1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61518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53288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swagger-jsdoc + swagger-ui-express em um projeto Express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2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48386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4015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endpoints CRUD com parâmetros, body e respostas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3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35254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2702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schemas reutilizáveis em components/schemas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7" name="Image 4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22122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5138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autenticação Bearer/JWT na própria documentação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API com Swagger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 vs OpenAPI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comum é achar que são a mesma coisa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13069" y="2697480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5" name="Image 0" descr="icons/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827" y="2783434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4572000" cy="2606040"/>
          </a:xfrm>
          <a:prstGeom prst="roundRect">
            <a:avLst>
              <a:gd name="adj" fmla="val 2807"/>
            </a:avLst>
          </a:prstGeom>
          <a:solidFill>
            <a:srgbClr val="EAF2F6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084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023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especificação
</a:t>
            </a: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padrão aberto que define como descrever uma API REST: rotas, parâmetros, respostas, schemas.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49440" y="1828800"/>
            <a:ext cx="4572000" cy="2606040"/>
          </a:xfrm>
          <a:prstGeom prst="roundRect">
            <a:avLst>
              <a:gd name="adj" fmla="val 2807"/>
            </a:avLst>
          </a:prstGeom>
          <a:solidFill>
            <a:srgbClr val="EAF2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2084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223760" y="2697480"/>
            <a:ext cx="4023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ferramentas
</a:t>
            </a: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ferramentas (Swagger UI, Swagger Editor, swagger-jsdoc) que implementam a especificação OpenAPI.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no dia a dia você fala "documentação Swagger" para se referir ao conjunto todo — e tudo bem, mas vale saber a diferença.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API com Swagger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documentar uma API?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1B3A5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1900123"/>
            <a:ext cx="431597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devs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217627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devs entendem a API sem precisar perguntar no chat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15544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1B3A57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8288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0" name="Image 1" descr="icons/flow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975" y="1953131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front/back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06640" y="217627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 back-end trabalham a partir da mesma fonte de verdade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4290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1B3A57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37033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5" name="Image 2" descr="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46" y="377464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facilitados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91640" y="405079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 vira roteiro de testes manuais e automatizados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55080" y="34290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1B3A57"/>
          </a:solidFill>
          <a:ln/>
        </p:spPr>
      </p:sp>
      <p:sp>
        <p:nvSpPr>
          <p:cNvPr id="19" name="Shape 14"/>
          <p:cNvSpPr/>
          <p:nvPr/>
        </p:nvSpPr>
        <p:spPr>
          <a:xfrm>
            <a:off x="6629400" y="37033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0" name="Image 3" descr="icons/rock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471" y="3827651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SDKs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406640" y="405079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podem ser gerados automaticamente a partir do schema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API com Swagger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Swagger se conecta ao código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swagger-jsdoc lê os comentários e gera o schema; swagger-ui-express expõe a interface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AF2F6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4231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30" y="249997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@swagger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 JSDoc nas rotas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08960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29000" y="21488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AF2F6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6260" y="24231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2" name="Image 1" descr="icons/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070" y="249997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246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swagger-jsdoc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3749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arquivos e monta o JSON/YAML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0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63640" y="21488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AF2F6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00900" y="242316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8" name="Image 2" descr="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710" y="2499970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3246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swaggerSpec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0" y="3749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OpenAPI completo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78240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98280" y="21488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AF2F6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35540" y="24231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4" name="Image 3" descr="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2350" y="2499970"/>
            <a:ext cx="486461" cy="4864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35440" y="3246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swagger-ui-express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35440" y="3749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interface em /api-docs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94360" y="49377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app.use('/api-docs', swaggerUi.serve, swaggerUi.setup(swaggerSpec))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API com Swagger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Documentando endpoints CRUD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ganha tags, parameters, requestBody e responses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AF2F6"/>
          </a:solidFill>
          <a:ln w="12700">
            <a:solidFill>
              <a:srgbClr val="DF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61AF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5960" y="197510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97510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os usuários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AF2F6"/>
          </a:solidFill>
          <a:ln w="12700">
            <a:solidFill>
              <a:srgbClr val="DF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1752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49CC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9809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98094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novo usuário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AF2F6"/>
          </a:solidFill>
          <a:ln w="12700">
            <a:solidFill>
              <a:srgbClr val="DF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2336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CA13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65960" y="39867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/users/{id}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98678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um usuário existente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AF2F6"/>
          </a:solidFill>
          <a:ln w="12700">
            <a:solidFill>
              <a:srgbClr val="DF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0292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9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292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65960" y="49926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/users/{id}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499262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um usuário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API com Swagger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 reutilizáveis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components/schemas evita repetição e mantém consistência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7" y="19860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74520"/>
            <a:ext cx="4297680" cy="2651760"/>
          </a:xfrm>
          <a:prstGeom prst="rect">
            <a:avLst/>
          </a:prstGeom>
          <a:solidFill>
            <a:srgbClr val="EAF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object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properties: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integer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email: string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0" y="1920240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$ref User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2743200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2743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$ref User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0" y="3566160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3566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/users/{id}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$ref User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4389120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/users/{id}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$ref User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API com Swagger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88036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" name="Image 0" descr="icons/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29791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2880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 Vamos praticar juntos.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exemplo: swagger-demo/  ·  Doc local: http://localhost:3000/api-docs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476</Words>
  <Application>Microsoft Office PowerPoint</Application>
  <PresentationFormat>Widescreen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Bruno Fischer</cp:lastModifiedBy>
  <cp:revision>2</cp:revision>
  <dcterms:created xsi:type="dcterms:W3CDTF">2026-08-17T18:22:10Z</dcterms:created>
  <dcterms:modified xsi:type="dcterms:W3CDTF">2026-08-18T00:31:57Z</dcterms:modified>
</cp:coreProperties>
</file>